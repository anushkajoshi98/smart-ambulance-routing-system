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39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6304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6304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304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6304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1168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1168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168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6032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0896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0896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0896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0896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0896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0896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0896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0896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0896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65760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0624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0624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0624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0624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0624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0624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0624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0624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0624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5488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5488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5488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5488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75488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5488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0352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30352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30352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30352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30352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30352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30352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0352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30352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5216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85216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5216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85216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5216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5216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85216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5216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85216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40080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40080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40080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40080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40080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40080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40080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40080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0080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4944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94944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94944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94944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94944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94944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94944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94944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94944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9808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9808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9808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9808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9808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49808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9808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9808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49808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4672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4672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4672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4672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04672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04672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04672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04672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04672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59536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59536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59536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59536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59536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59536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59536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59536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59536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14400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14400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400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14400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14400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14400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14400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14400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14400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97280" y="1371600"/>
            <a:ext cx="100584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1097280" y="1389888"/>
            <a:ext cx="10058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🚑</a:t>
            </a:r>
            <a:endParaRPr lang="en-US" sz="3800" dirty="0"/>
          </a:p>
        </p:txBody>
      </p:sp>
      <p:sp>
        <p:nvSpPr>
          <p:cNvPr id="158" name="Text 156"/>
          <p:cNvSpPr/>
          <p:nvPr/>
        </p:nvSpPr>
        <p:spPr>
          <a:xfrm>
            <a:off x="2377440" y="12801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AMBULANCE</a:t>
            </a:r>
            <a:endParaRPr lang="en-US" sz="3600" dirty="0"/>
          </a:p>
        </p:txBody>
      </p:sp>
      <p:sp>
        <p:nvSpPr>
          <p:cNvPr id="159" name="Text 157"/>
          <p:cNvSpPr/>
          <p:nvPr/>
        </p:nvSpPr>
        <p:spPr>
          <a:xfrm>
            <a:off x="2377440" y="19202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 SYSTEM</a:t>
            </a:r>
            <a:endParaRPr lang="en-US" sz="3600" dirty="0"/>
          </a:p>
        </p:txBody>
      </p:sp>
      <p:sp>
        <p:nvSpPr>
          <p:cNvPr id="160" name="Text 158"/>
          <p:cNvSpPr/>
          <p:nvPr/>
        </p:nvSpPr>
        <p:spPr>
          <a:xfrm>
            <a:off x="2377440" y="2697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Floyd–Warshall Algorithm  ·  Traffic Signal Synchronization  ·  Haldwani Model</a:t>
            </a:r>
            <a:endParaRPr lang="en-US" sz="1200" dirty="0"/>
          </a:p>
        </p:txBody>
      </p:sp>
      <p:sp>
        <p:nvSpPr>
          <p:cNvPr id="161" name="Shape 159"/>
          <p:cNvSpPr/>
          <p:nvPr/>
        </p:nvSpPr>
        <p:spPr>
          <a:xfrm>
            <a:off x="2377440" y="3127248"/>
            <a:ext cx="621792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37744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(DAA)  |  B.Tech CSE  |  GEHU</a:t>
            </a:r>
            <a:endParaRPr lang="en-US" sz="1200" dirty="0"/>
          </a:p>
        </p:txBody>
      </p:sp>
      <p:sp>
        <p:nvSpPr>
          <p:cNvPr id="163" name="Shape 161"/>
          <p:cNvSpPr/>
          <p:nvPr/>
        </p:nvSpPr>
        <p:spPr>
          <a:xfrm>
            <a:off x="2377440" y="3794760"/>
            <a:ext cx="1508760" cy="347472"/>
          </a:xfrm>
          <a:prstGeom prst="rect">
            <a:avLst/>
          </a:prstGeom>
          <a:solidFill>
            <a:srgbClr val="11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377440" y="3794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4041648" y="3794760"/>
            <a:ext cx="1508760" cy="347472"/>
          </a:xfrm>
          <a:prstGeom prst="rect">
            <a:avLst/>
          </a:prstGeom>
          <a:solidFill>
            <a:srgbClr val="11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041648" y="3794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5705856" y="3794760"/>
            <a:ext cx="1508760" cy="347472"/>
          </a:xfrm>
          <a:prstGeom prst="rect">
            <a:avLst/>
          </a:prstGeom>
          <a:solidFill>
            <a:srgbClr val="11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5705856" y="3794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</a:t>
            </a:r>
            <a:endParaRPr lang="en-US" sz="1000" dirty="0"/>
          </a:p>
        </p:txBody>
      </p:sp>
      <p:sp>
        <p:nvSpPr>
          <p:cNvPr id="169" name="Shape 167"/>
          <p:cNvSpPr/>
          <p:nvPr/>
        </p:nvSpPr>
        <p:spPr>
          <a:xfrm>
            <a:off x="7370064" y="3794760"/>
            <a:ext cx="1508760" cy="347472"/>
          </a:xfrm>
          <a:prstGeom prst="rect">
            <a:avLst/>
          </a:prstGeom>
          <a:solidFill>
            <a:srgbClr val="11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370064" y="3794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834640" cy="33832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83464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801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 Congestion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roads face heavy congestion during peak hours. Ambulances get stuck in traffic, wasting critical minutes.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834640" cy="33832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43000"/>
            <a:ext cx="283464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801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8328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Signal Systems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2578608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signals are not smart — they do not detect or prioritize emergency vehicles passing through intersections.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143000"/>
            <a:ext cx="2834640" cy="33832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43000"/>
            <a:ext cx="283464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2801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35508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Lives at Stake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2578608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minute delay in reaching a heart attack or accident patient reduces survival chances by 10%. Time = Life.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B0283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4-minute delay in cardiac emergencies reduces survival rate by 40%  —  Smart routing can save lives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ABSTRACT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303520" cy="37947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this project?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an intelligent ambulance routing system that minimizes emergency response time in urban areas.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road network is modelled as a weighted graph where intersections are nodes and roads are edges with distance-based weights.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Floyd–Warshall algorithm computes all-pairs shortest paths across the entire network. Traffic conditions (Low, Medium, High) are simulated to adjust road costs dynamically.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automatically identifies the nearest hospital for the ambulance and synchronizes traffic signals along the optimal route to ensure uninterrupted movement.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6440" y="1097280"/>
            <a:ext cx="3108960" cy="804672"/>
          </a:xfrm>
          <a:prstGeom prst="rect">
            <a:avLst/>
          </a:prstGeom>
          <a:solidFill>
            <a:srgbClr val="11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1097280"/>
            <a:ext cx="73152" cy="8046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1338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9320" y="14264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Floyd–Warshall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06440" y="2057400"/>
            <a:ext cx="3108960" cy="804672"/>
          </a:xfrm>
          <a:prstGeom prst="rect">
            <a:avLst/>
          </a:prstGeom>
          <a:solidFill>
            <a:srgbClr val="11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2057400"/>
            <a:ext cx="73152" cy="8046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093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2386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Adjacency Matrix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06440" y="3017520"/>
            <a:ext cx="3108960" cy="804672"/>
          </a:xfrm>
          <a:prstGeom prst="rect">
            <a:avLst/>
          </a:prstGeom>
          <a:solidFill>
            <a:srgbClr val="11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3017520"/>
            <a:ext cx="73152" cy="8046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30540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33467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Haldwani, 6 nodes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06440" y="3977640"/>
            <a:ext cx="3108960" cy="804672"/>
          </a:xfrm>
          <a:prstGeom prst="rect">
            <a:avLst/>
          </a:prstGeom>
          <a:solidFill>
            <a:srgbClr val="11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3977640"/>
            <a:ext cx="73152" cy="8046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40142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9320" y="43068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DAA (Dynamic Programming)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206240" cy="1078992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73152" cy="10789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07008"/>
            <a:ext cx="384048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0700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18872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Modelling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591056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the city road network using graph data structures (adjacency matrix) with nodes as intersections and edges as weighted roads.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115568"/>
            <a:ext cx="4206240" cy="1078992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115568"/>
            <a:ext cx="73152" cy="10789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65192" y="1207008"/>
            <a:ext cx="384048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20700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58968" y="118872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Shortest Path Computation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65192" y="1591056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Floyd–Warshall algorithm to compute shortest paths between all pairs of nodes in the traffic network.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4206240" cy="1078992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77440"/>
            <a:ext cx="73152" cy="10789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468880"/>
            <a:ext cx="384048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4688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245059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 Simulation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2852928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real-world congestion using a traffic map model with three levels: Low (×1.0), Medium (×1.5), and High (×2.5).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377440"/>
            <a:ext cx="4206240" cy="1078992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377440"/>
            <a:ext cx="73152" cy="10789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65192" y="2468880"/>
            <a:ext cx="384048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4688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58968" y="245059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Hospital Detection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65192" y="2852928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identify the nearest hospital from the ambulance's current location based on minimum weighted path cost.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639312"/>
            <a:ext cx="4206240" cy="1078992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639312"/>
            <a:ext cx="73152" cy="10789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3730752"/>
            <a:ext cx="384048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73075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2688" y="371246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Optimal Route Generation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38912" y="4114800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display the optimal route for the ambulance considering current traffic conditions on each road segment.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3639312"/>
            <a:ext cx="4206240" cy="1078992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639312"/>
            <a:ext cx="73152" cy="10789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65192" y="3730752"/>
            <a:ext cx="384048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65192" y="373075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58968" y="371246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 Synchronization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65192" y="4114800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intelligent traffic signal synchronization — turning signals green along the ambulance's route for priority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FLOYD–WARSHALL ALGORITHM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931920" cy="37947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95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Floyd–Warshall is a Dynamic Programming algorithm that finds the shortest paths between ALL pairs of nodes in a weighted graph.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O(n³)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Complexity: O(n²)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Formula: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dist[i][j] = min(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dist[i][j],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dist[i][k] + dist[k][j]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intermediate node k, we check: "Is going through k shorter than the current known path from i to j?" If yes, update.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115568"/>
            <a:ext cx="4389120" cy="74980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115568"/>
            <a:ext cx="914400" cy="749808"/>
          </a:xfrm>
          <a:prstGeom prst="rect">
            <a:avLst/>
          </a:prstGeom>
          <a:solidFill>
            <a:srgbClr val="11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15568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895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188720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matrix with direct road costs. No direct edge = ∞ (infinity).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80560" y="2029968"/>
            <a:ext cx="4389120" cy="74980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029968"/>
            <a:ext cx="914400" cy="749808"/>
          </a:xfrm>
          <a:prstGeom prst="rect">
            <a:avLst/>
          </a:prstGeom>
          <a:solidFill>
            <a:srgbClr val="11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029968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103120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 = 0 to n-1: use each node as a possible intermediate stop.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80560" y="2944368"/>
            <a:ext cx="4389120" cy="74980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944368"/>
            <a:ext cx="914400" cy="749808"/>
          </a:xfrm>
          <a:prstGeom prst="rect">
            <a:avLst/>
          </a:prstGeom>
          <a:solidFill>
            <a:srgbClr val="11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944368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017520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dist[i][j] if path via k is shorter than current value.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80560" y="3858768"/>
            <a:ext cx="4389120" cy="74980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858768"/>
            <a:ext cx="914400" cy="749808"/>
          </a:xfrm>
          <a:prstGeom prst="rect">
            <a:avLst/>
          </a:prstGeom>
          <a:solidFill>
            <a:srgbClr val="11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3858768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931920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n³ iterations, matrix holds all shortest paths in the network.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80560" y="4800600"/>
            <a:ext cx="4389120" cy="22860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8006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Floyd–Warshall?  →  Pre-computes ALL paths — perfect for multi-hospital, multi-source routing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HALDWANI NETWORK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3474720"/>
            <a:ext cx="155448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2638044"/>
            <a:ext cx="457200" cy="256032"/>
          </a:xfrm>
          <a:prstGeom prst="rect">
            <a:avLst/>
          </a:prstGeom>
          <a:solidFill>
            <a:srgbClr val="0D1F3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3474720"/>
            <a:ext cx="31089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3163824"/>
            <a:ext cx="457200" cy="256032"/>
          </a:xfrm>
          <a:prstGeom prst="rect">
            <a:avLst/>
          </a:prstGeom>
          <a:solidFill>
            <a:srgbClr val="0D1F3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7km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2057400"/>
            <a:ext cx="1554480" cy="105156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455164"/>
            <a:ext cx="457200" cy="256032"/>
          </a:xfrm>
          <a:prstGeom prst="rect">
            <a:avLst/>
          </a:prstGeom>
          <a:solidFill>
            <a:srgbClr val="0D1F3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2057400"/>
            <a:ext cx="1645920" cy="242316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3140964"/>
            <a:ext cx="457200" cy="256032"/>
          </a:xfrm>
          <a:prstGeom prst="rect">
            <a:avLst/>
          </a:prstGeom>
          <a:solidFill>
            <a:srgbClr val="0D1F3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6km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0" y="3108960"/>
            <a:ext cx="91440" cy="137160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3666744"/>
            <a:ext cx="457200" cy="256032"/>
          </a:xfrm>
          <a:prstGeom prst="rect">
            <a:avLst/>
          </a:prstGeom>
          <a:solidFill>
            <a:srgbClr val="0D1F3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3108960"/>
            <a:ext cx="182880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935224"/>
            <a:ext cx="457200" cy="256032"/>
          </a:xfrm>
          <a:prstGeom prst="rect">
            <a:avLst/>
          </a:prstGeom>
          <a:solidFill>
            <a:srgbClr val="0D1F3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4480560"/>
            <a:ext cx="17373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3621024"/>
            <a:ext cx="457200" cy="256032"/>
          </a:xfrm>
          <a:prstGeom prst="rect">
            <a:avLst/>
          </a:prstGeom>
          <a:solidFill>
            <a:srgbClr val="0D1F3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4480560"/>
            <a:ext cx="17373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4352544"/>
            <a:ext cx="457200" cy="256032"/>
          </a:xfrm>
          <a:prstGeom prst="rect">
            <a:avLst/>
          </a:prstGeom>
          <a:solidFill>
            <a:srgbClr val="0D1F3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6km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09360" y="3017520"/>
            <a:ext cx="0" cy="146304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3621024"/>
            <a:ext cx="457200" cy="256032"/>
          </a:xfrm>
          <a:prstGeom prst="rect">
            <a:avLst/>
          </a:prstGeom>
          <a:solidFill>
            <a:srgbClr val="0D1F3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05840" y="3108960"/>
            <a:ext cx="731520" cy="731520"/>
          </a:xfrm>
          <a:prstGeom prst="ellipse">
            <a:avLst/>
          </a:prstGeom>
          <a:solidFill>
            <a:srgbClr val="112540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584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38862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0" y="1691640"/>
            <a:ext cx="731520" cy="731520"/>
          </a:xfrm>
          <a:prstGeom prst="ellipse">
            <a:avLst/>
          </a:prstGeom>
          <a:solidFill>
            <a:srgbClr val="112540"/>
          </a:solidFill>
          <a:ln w="25400">
            <a:solidFill>
              <a:srgbClr val="4895E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6032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895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94560" y="24688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Kathgodam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0" y="2743200"/>
            <a:ext cx="731520" cy="731520"/>
          </a:xfrm>
          <a:prstGeom prst="ellipse">
            <a:avLst/>
          </a:prstGeom>
          <a:solidFill>
            <a:srgbClr val="112540"/>
          </a:solidFill>
          <a:ln w="25400">
            <a:solidFill>
              <a:srgbClr val="4895E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895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749040" y="35204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Tikonia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Chauraha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06240" y="4114800"/>
            <a:ext cx="731520" cy="731520"/>
          </a:xfrm>
          <a:prstGeom prst="ellipse">
            <a:avLst/>
          </a:prstGeom>
          <a:solidFill>
            <a:srgbClr val="112540"/>
          </a:solidFill>
          <a:ln w="25400">
            <a:solidFill>
              <a:srgbClr val="4895E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20624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895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840480" y="48920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Mukhani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43600" y="2651760"/>
            <a:ext cx="731520" cy="731520"/>
          </a:xfrm>
          <a:prstGeom prst="ellipse">
            <a:avLst/>
          </a:prstGeom>
          <a:solidFill>
            <a:srgbClr val="112540"/>
          </a:solidFill>
          <a:ln w="254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77840" y="34290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Sushila Tiwari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0" y="4114800"/>
            <a:ext cx="731520" cy="731520"/>
          </a:xfrm>
          <a:prstGeom prst="ellipse">
            <a:avLst/>
          </a:prstGeom>
          <a:solidFill>
            <a:srgbClr val="112540"/>
          </a:solidFill>
          <a:ln w="254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94360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77840" y="48920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49440" y="1127526"/>
            <a:ext cx="1828800" cy="21945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A8A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LEGEND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78040" y="1600200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0" y="1600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Station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78040" y="2148840"/>
            <a:ext cx="256032" cy="25603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0" y="2148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Node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78040" y="2697480"/>
            <a:ext cx="256032" cy="256032"/>
          </a:xfrm>
          <a:prstGeom prst="ellipse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0" y="2697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Node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13232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Roads  ·  6 Nodes  ·  2 Hospitals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SYSTEM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64008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61872"/>
            <a:ext cx="384048" cy="384048"/>
          </a:xfrm>
          <a:prstGeom prst="ellipse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12801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Traffic Graph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75564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city as weighted graph. Nodes = intersections, Edges = roads with distance weights.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274320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097280"/>
            <a:ext cx="274320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5848" y="1261872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12801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Traffic Conditions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175564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traffic level (Low/Med/High) per road. Cost multiplied: ×1.0 / ×1.5 / ×2.5.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1097280"/>
            <a:ext cx="274320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109728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0216" y="1261872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84848" y="12801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Floyd–Warshall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0216" y="175564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runs O(n³) iterations, computing shortest paths between ALL node pairs.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274320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17520"/>
            <a:ext cx="27432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182112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6112" y="320040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Nearest Hospital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67588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dist[ambulance][hospital4] vs dist[ambulance][hospital5]. Choose minimum.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18688" y="3017520"/>
            <a:ext cx="274320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18688" y="3017520"/>
            <a:ext cx="2743200" cy="64008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5848" y="3182112"/>
            <a:ext cx="384048" cy="384048"/>
          </a:xfrm>
          <a:prstGeom prst="ellipse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40480" y="320040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 Optimal Route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55848" y="367588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back the path from ambulance location to nearest hospital using the next[][] matrix.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63056" y="3017520"/>
            <a:ext cx="274320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63056" y="3017520"/>
            <a:ext cx="274320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0216" y="3182112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84848" y="320040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Synchronize Signals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00216" y="367588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signals on the selected route are turned GREEN. Other signals remain unchanged.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 MAP SIMULATION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22860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640080"/>
          </a:xfrm>
          <a:prstGeom prst="rect">
            <a:avLst/>
          </a:prstGeom>
          <a:solidFill>
            <a:srgbClr val="0F5F5A"/>
          </a:solidFill>
          <a:ln w="12700">
            <a:solidFill>
              <a:srgbClr val="0F5F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1097280"/>
            <a:ext cx="73152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1.0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2468880" cy="27432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km × 1.0 = 4.0 km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flow — cost remains as original road distance.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097280"/>
            <a:ext cx="2743200" cy="22860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097280"/>
            <a:ext cx="2743200" cy="640080"/>
          </a:xfrm>
          <a:prstGeom prst="rect">
            <a:avLst/>
          </a:prstGeom>
          <a:solidFill>
            <a:srgbClr val="8C5B20"/>
          </a:solidFill>
          <a:ln w="12700">
            <a:solidFill>
              <a:srgbClr val="8C5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30368" y="1097280"/>
            <a:ext cx="73152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1.5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355848" y="1874520"/>
            <a:ext cx="2468880" cy="27432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km × 1.5 = 6.0 km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2240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congestion — 50% increase in effective travel cost.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3056" y="1097280"/>
            <a:ext cx="2743200" cy="22860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1097280"/>
            <a:ext cx="2743200" cy="640080"/>
          </a:xfrm>
          <a:prstGeom prst="rect">
            <a:avLst/>
          </a:prstGeom>
          <a:solidFill>
            <a:srgbClr val="B02830"/>
          </a:solidFill>
          <a:ln w="12700">
            <a:solidFill>
              <a:srgbClr val="B02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74736" y="1097280"/>
            <a:ext cx="73152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2.5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300216" y="1874520"/>
            <a:ext cx="2468880" cy="27432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km × 2.5 = 10.0 km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0216" y="2240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traffic — 150% increase forces algorithm to find alternate routes.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566160"/>
            <a:ext cx="8595360" cy="13716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traffic simulation matters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0050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HIGH traffic is set on a road, its cost spikes 2.5×. Floyd–Warshall automatically recalculates and may choose a longer but faster alternate route — exactly how real smart GPS systems work. This demonstrates the power of dynamic cost adjustment in shortest path algorithms.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 COMPLETED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365760"/>
          </a:xfrm>
          <a:prstGeom prst="rect">
            <a:avLst/>
          </a:prstGeom>
          <a:solidFill>
            <a:srgbClr val="11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89320" y="11155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0" y="11155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8595360" cy="420624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664208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536192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traffic network graph design (6 nodes, 9 edges)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89320" y="15361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627632"/>
            <a:ext cx="749808" cy="237744"/>
          </a:xfrm>
          <a:prstGeom prst="rect">
            <a:avLst/>
          </a:prstGeom>
          <a:solidFill>
            <a:srgbClr val="0A3D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62763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93392"/>
            <a:ext cx="85953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121408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993392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Floyd–Warshall algorithm implementation in 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19933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2084832"/>
            <a:ext cx="749808" cy="237744"/>
          </a:xfrm>
          <a:prstGeom prst="rect">
            <a:avLst/>
          </a:prstGeom>
          <a:solidFill>
            <a:srgbClr val="0A3D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208483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450592"/>
            <a:ext cx="8595360" cy="420624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578608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450592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condition input module (Low/Med/High)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89320" y="24505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542032"/>
            <a:ext cx="749808" cy="237744"/>
          </a:xfrm>
          <a:prstGeom prst="rect">
            <a:avLst/>
          </a:prstGeom>
          <a:solidFill>
            <a:srgbClr val="0A3D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54203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07792"/>
            <a:ext cx="85953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035808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2907792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hospital detection logic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29077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55280" y="2999232"/>
            <a:ext cx="749808" cy="237744"/>
          </a:xfrm>
          <a:prstGeom prst="rect">
            <a:avLst/>
          </a:prstGeom>
          <a:solidFill>
            <a:srgbClr val="0A3D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299923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364992"/>
            <a:ext cx="8595360" cy="420624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493008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3364992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route display and path reconstruction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89320" y="33649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55280" y="3456432"/>
            <a:ext cx="749808" cy="237744"/>
          </a:xfrm>
          <a:prstGeom prst="rect">
            <a:avLst/>
          </a:prstGeom>
          <a:solidFill>
            <a:srgbClr val="0A3D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345643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822192"/>
            <a:ext cx="85953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" y="3950208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3822192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synchronization simulation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89320" y="38221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55280" y="3913632"/>
            <a:ext cx="749808" cy="237744"/>
          </a:xfrm>
          <a:prstGeom prst="rect">
            <a:avLst/>
          </a:prstGeom>
          <a:solidFill>
            <a:srgbClr val="0A3D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0" y="391363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279392"/>
            <a:ext cx="8595360" cy="420624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" y="4407408"/>
            <a:ext cx="164592" cy="16459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4279392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website prototype (HTML/CSS/JS)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989320" y="42793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955280" y="4370832"/>
            <a:ext cx="749808" cy="237744"/>
          </a:xfrm>
          <a:prstGeom prst="rect">
            <a:avLst/>
          </a:prstGeom>
          <a:solidFill>
            <a:srgbClr val="0A3D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55280" y="437083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 &amp;  TASKS PENDING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FACED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411480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81328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179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 weight calibration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appropriate multiplier values (1.0/1.5/2.5) to realistically simulate congestion levels without distorting route logic.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231136"/>
            <a:ext cx="411480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31136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677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reconstruction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53288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next[][] matrix correctly to trace the actual path (not just the distance) from source to hospital.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80944"/>
            <a:ext cx="411480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80944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Handling disconnected nodes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28269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infinity (∞) values in the matrix when no direct or indirect path exists between two nodes.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730752"/>
            <a:ext cx="411480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730752"/>
            <a:ext cx="7315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6732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accuracy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3250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real Haldwani intersections to a simplified graph model while preserving logical road connectivity.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 PENDING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481328"/>
            <a:ext cx="41148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481328"/>
            <a:ext cx="73152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1554480"/>
            <a:ext cx="201168" cy="201168"/>
          </a:xfrm>
          <a:prstGeom prst="rect">
            <a:avLst/>
          </a:prstGeom>
          <a:solidFill>
            <a:srgbClr val="3A101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15179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graph to 10+ nodes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93792" y="180136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Assigned: Team Lead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139696"/>
            <a:ext cx="41148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139696"/>
            <a:ext cx="73152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212848"/>
            <a:ext cx="201168" cy="201168"/>
          </a:xfrm>
          <a:prstGeom prst="rect">
            <a:avLst/>
          </a:prstGeom>
          <a:solidFill>
            <a:srgbClr val="3A101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2176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bidirectional road weights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93792" y="24597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Assigned: Team Member 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798064"/>
            <a:ext cx="41148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798064"/>
            <a:ext cx="73152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871216"/>
            <a:ext cx="201168" cy="201168"/>
          </a:xfrm>
          <a:prstGeom prst="rect">
            <a:avLst/>
          </a:prstGeom>
          <a:solidFill>
            <a:srgbClr val="3A101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93792" y="28346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project report (LaTeX)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93792" y="311810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Assigned: Both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456432"/>
            <a:ext cx="41148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456432"/>
            <a:ext cx="73152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3529584"/>
            <a:ext cx="201168" cy="201168"/>
          </a:xfrm>
          <a:prstGeom prst="rect">
            <a:avLst/>
          </a:prstGeom>
          <a:solidFill>
            <a:srgbClr val="3A101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34930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more test cases &amp; validation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93792" y="377647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Assigned: Team Member 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4114800"/>
            <a:ext cx="4114800" cy="54864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4114800"/>
            <a:ext cx="73152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92040" y="4187952"/>
            <a:ext cx="201168" cy="201168"/>
          </a:xfrm>
          <a:prstGeom prst="rect">
            <a:avLst/>
          </a:prstGeom>
          <a:solidFill>
            <a:srgbClr val="3A101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93792" y="4151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preparation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93792" y="443484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Assigned: Both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&amp; DELIVERABLES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895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11480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447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4996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Language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 implementation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411480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94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22494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(Adj. Matrix)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53288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data structure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44368"/>
            <a:ext cx="411480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4436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9992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Floyd–Warshall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282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shortest path algorithm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94176"/>
            <a:ext cx="4114800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69417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749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HTML/CSS/JS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0325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prototype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1097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DELIVERABLES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444752"/>
            <a:ext cx="4206240" cy="47548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44475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 C program with Floyd–Warshall routing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1536192"/>
            <a:ext cx="822960" cy="256032"/>
          </a:xfrm>
          <a:prstGeom prst="rect">
            <a:avLst/>
          </a:prstGeom>
          <a:solidFill>
            <a:srgbClr val="0A3D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15361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011680"/>
            <a:ext cx="4206240" cy="47548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01168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simulation module with 3 congestion levels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0" y="2103120"/>
            <a:ext cx="822960" cy="256032"/>
          </a:xfrm>
          <a:prstGeom prst="rect">
            <a:avLst/>
          </a:prstGeom>
          <a:solidFill>
            <a:srgbClr val="0A3D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21031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578608"/>
            <a:ext cx="4206240" cy="47548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57860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hospital auto-detection system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55280" y="2670048"/>
            <a:ext cx="822960" cy="256032"/>
          </a:xfrm>
          <a:prstGeom prst="rect">
            <a:avLst/>
          </a:prstGeom>
          <a:solidFill>
            <a:srgbClr val="0A3D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26700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145536"/>
            <a:ext cx="4206240" cy="47548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14553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synchronization simulation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55280" y="3236976"/>
            <a:ext cx="822960" cy="256032"/>
          </a:xfrm>
          <a:prstGeom prst="rect">
            <a:avLst/>
          </a:prstGeom>
          <a:solidFill>
            <a:srgbClr val="0A3D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32369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712464"/>
            <a:ext cx="4206240" cy="47548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71246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demo for presentation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955280" y="3803904"/>
            <a:ext cx="822960" cy="256032"/>
          </a:xfrm>
          <a:prstGeom prst="rect">
            <a:avLst/>
          </a:prstGeom>
          <a:solidFill>
            <a:srgbClr val="0A3D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38039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4279392"/>
            <a:ext cx="4206240" cy="47548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427939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and final report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955280" y="4370832"/>
            <a:ext cx="822960" cy="256032"/>
          </a:xfrm>
          <a:prstGeom prst="rect">
            <a:avLst/>
          </a:prstGeom>
          <a:solidFill>
            <a:srgbClr val="3A2A1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55280" y="43708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45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43200" cy="16459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07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Traffic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66544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traffic feeds from Google Maps or OpenStreetMap API for real-world route computation.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1115568"/>
            <a:ext cx="2743200" cy="16459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1207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55848" y="1709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Live Tracking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2066544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GPS module to track ambulance location in real time and update routing dynamically as it moves.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115568"/>
            <a:ext cx="2743200" cy="16459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2070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0216" y="1709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Graphical Interface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0216" y="2066544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GUI or mobile app with visual map showing the route, signals, and hospital selection.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990088"/>
            <a:ext cx="2743200" cy="16459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815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🚦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11480" y="35844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Signal Hardware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941064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system to actual IoT-based smart traffic signals for real-world deployment.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18688" y="2990088"/>
            <a:ext cx="2743200" cy="16459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30815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🏙️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355848" y="35844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Larger City Networks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5848" y="3941064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6 nodes to 50+ nodes covering a full city with weighted real-world road data.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63056" y="2990088"/>
            <a:ext cx="2743200" cy="164592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30815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300216" y="35844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Traffic Prediction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0216" y="3941064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machine learning to predict peak congestion hours and pre-calculate alternate routes proactively.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6304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6304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304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6304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1168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1168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168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6032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0896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0896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0896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0896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0896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0896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0896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0896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0896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65760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0624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0624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0624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0624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0624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0624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0624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0624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0624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5488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5488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5488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5488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75488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5488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0352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30352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30352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30352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30352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30352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30352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0352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30352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5216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85216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5216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85216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5216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5216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85216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5216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85216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40080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40080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40080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40080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40080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40080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40080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40080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0080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4944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94944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94944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94944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94944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94944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94944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94944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94944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9808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9808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9808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9808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9808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49808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9808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9808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49808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4672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4672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4672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4672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04672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04672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04672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04672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04672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59536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59536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59536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59536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59536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59536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59536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59536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59536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144000" y="2743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144000" y="8229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4000" y="13716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144000" y="19202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144000" y="246888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144000" y="301752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144000" y="356616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144000" y="411480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144000" y="4663440"/>
            <a:ext cx="45720" cy="45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58" name="Shape 156"/>
          <p:cNvSpPr/>
          <p:nvPr/>
        </p:nvSpPr>
        <p:spPr>
          <a:xfrm>
            <a:off x="1828800" y="2578608"/>
            <a:ext cx="54864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6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Ambulance Routing &amp; Traffic Signal Synchronization</a:t>
            </a:r>
            <a:endParaRPr lang="en-US" sz="1400" dirty="0"/>
          </a:p>
        </p:txBody>
      </p:sp>
      <p:sp>
        <p:nvSpPr>
          <p:cNvPr id="160" name="Text 158"/>
          <p:cNvSpPr/>
          <p:nvPr/>
        </p:nvSpPr>
        <p:spPr>
          <a:xfrm>
            <a:off x="457200" y="3218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Floyd–Warshall Algorithm  |  DAA Project  |  GEHU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1348</Words>
  <Application>Microsoft Office PowerPoint</Application>
  <PresentationFormat>On-screen Show (16:9)</PresentationFormat>
  <Paragraphs>255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Ambulance Routing System</dc:title>
  <dc:subject>PptxGenJS Presentation</dc:subject>
  <dc:creator>DAA Project - GEHU</dc:creator>
  <cp:lastModifiedBy>Vishakha Upreti</cp:lastModifiedBy>
  <cp:revision>2</cp:revision>
  <dcterms:created xsi:type="dcterms:W3CDTF">2026-04-11T13:54:26Z</dcterms:created>
  <dcterms:modified xsi:type="dcterms:W3CDTF">2026-05-06T15:26:29Z</dcterms:modified>
</cp:coreProperties>
</file>